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822960"/>
            <a:ext cx="99669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29184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HACKATHON SHOWCASE • AI ASSISTANT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77440" y="150876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VibeSense AI  (ELAY)</a:t>
            </a:r>
          </a:p>
          <a:p>
            <a:pPr>
              <a:defRPr sz="1700" b="1">
                <a:solidFill>
                  <a:srgbClr val="6366F1"/>
                </a:solidFill>
                <a:latin typeface="Segoe UI"/>
              </a:defRPr>
            </a:pPr>
            <a:r>
              <a:t>Сервис, который «чувствует» эмоциональный окрас и контекст переписки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Умный десктопный ассистент для Windows, который в реальном времени анализирует невербальные сигналы, скрытый подтекст и накал в любых мессенджерах, помогая сформулировать идеальный ответ под любую цель.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434840"/>
            <a:ext cx="3154680" cy="16459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57200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🪟 Windows Overlay (Alt+S)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Работает поверх всех окон без переключения контекста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4434840"/>
            <a:ext cx="3154680" cy="16459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457200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🧠 Google Gemini 2.5 Flash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Мультимодальный анализ визуальных скриншотов чата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416" y="4434840"/>
            <a:ext cx="3154680" cy="16459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4572000"/>
            <a:ext cx="2788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Quota Shield (3.5 Lite)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Умный fallback при исчерпании лимитов модели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74320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01 • ВВЕДЕНИЕ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Текст слеп: почему мы теряем 70% смысла в чатах?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В цифровом общении отсутствуют интонация, мимика и взгляд. Люди видят лишь сухие буквы — и регулярно ошибаются в намерениях собеседника.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3154680" cy="3474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697480"/>
            <a:ext cx="365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92608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🛑 Скрытая токсичность и сарказм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Пассивная агрессия, скрытое недовольство или скрытый сарказм внешне выглядят нейтрально. Человек пропускает тревожные сигналы и теряет контроль над диалогом.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468880"/>
            <a:ext cx="3154680" cy="3474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73168" y="2697480"/>
            <a:ext cx="365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92608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⚡ Высокая цена одной фразы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Одно неверно подобранное слово на Авито или FunPay мгновенно срывает выгодную сделку. Неудачный ответ коллеге или клиенту перерастает в затяжной конфликт.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468880"/>
            <a:ext cx="3154680" cy="347472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4736" y="2697480"/>
            <a:ext cx="365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926080"/>
            <a:ext cx="2697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⏱️ Ступор перед экраном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«Как отказать без обид?», «Как сторговаться и не выглядеть хамом?», «Как ответить девушке, не показавшись навязчивым?». Люди тратят десятки минут в сомнениях.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56032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02 • 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Кому и в каких ситуациях нужен VibeSense?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Инструмент незаменим везде, где исход переписки влияет на деньги, нервы или отношения: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4846320" cy="187451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2976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🤝 P2P-торговля и фриланс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Авито, FunPay, Kwork, биржи услуг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Позволяет получить лучшую цену, моментально распознать сомнительного покупателя или дожать сомневающегося клиента.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4846320" cy="187451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60320"/>
            <a:ext cx="42976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💼 Рабочие и деловые переписки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Telegram, корпоративная почта, чаты команд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Помогает ответить токсичному коллеге сухо и по фактам, сбить накал спора и не нарушить субординацию.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434840"/>
            <a:ext cx="4846320" cy="187451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17720"/>
            <a:ext cx="42976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✨ Дейтинг и личное общение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Сайты знакомств, VK, социальные сети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Помогает считывать искренний интерес, выдерживать баланс значимости и поддерживать интригу без кринжа.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34840"/>
            <a:ext cx="4846320" cy="1874519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617720"/>
            <a:ext cx="429768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🛑 Трудные разговоры и личные границы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Должники, родственники, требовательные заказчики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Позволяет твёрдо сказать «нет», выставить личные границы без чувства вины и избежать манипуляций.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56032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03 • КОНЦЕПЦИЯ И 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VibeSense AI: сервис, который «чувствует» переписку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Мы соединили мультимодальное зрение ИИ и поведенческую психологию в удобный оверлей поверх экрана: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3154680" cy="35661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651760"/>
            <a:ext cx="457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👁️ Визуальный контекст (Vision)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Модель анализирует не голый скопированный текст, а скриншот живого интерфейса: расположение реплик, паузы между сообщениями, эмодзи, стикеры и реакции. Это возвращает те самые потерянные 70% невербалики.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2423160"/>
            <a:ext cx="3154680" cy="35661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73168" y="2651760"/>
            <a:ext cx="4572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88036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📊 Оцифровка атмосферы чата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ИИ вычисляет числовые метрики: шкалу напряжения (1–10), уровень формальности, социальную дистанцию и негласные правила именно этого чата (например: «здесь принято шутить», «точки в конце выглядят грубо»).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423160"/>
            <a:ext cx="3154680" cy="356616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74736" y="2651760"/>
            <a:ext cx="457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2880360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🎯 Точная калибровка ответов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Система берет ваш черновик (или пишет с нуля) и калибрует его под заданную цель: сбить агрессию, сторговаться, влиться в компанию или выставить жесткие границы в 1 клик.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320040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04 • ПОЛЬЗОВАТЕЛЬСКИЙ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Мгновенный результат за 4 простых действия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Никаких копирований логов и переключений между окнами — ассистент прямо перед глазами: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2331720" cy="36576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109728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15468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Alt + S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Вызов оверлея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Нажатие глобальной горячей клавиши мгновенно открывает стильное плавающее окно поверх любого мессенджера или сайта.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2423160"/>
            <a:ext cx="2331720" cy="36576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22192" y="2560320"/>
            <a:ext cx="109728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2" y="315468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📸 Снимок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Захват экрана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Нажатие кнопки активирует рамку выделения. Можно прикрепить до 10 кадров переписки подряд при прокрутке длинного чата.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423160"/>
            <a:ext cx="2331720" cy="36576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60320"/>
            <a:ext cx="109728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5468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🎯 Цель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Выбор стратегии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Выберите готовый пресет (Сторговаться, Сбить накал, Влиться) или введите свою задачу словами (например, «вернуть долг»).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6" y="2423160"/>
            <a:ext cx="2331720" cy="36576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2560320"/>
            <a:ext cx="1097280" cy="5486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3154680"/>
            <a:ext cx="1965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⚡ Ответ</a:t>
            </a:r>
          </a:p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Вставка в 1 клик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Через 1.5 сек модель выдает психологический разбор и 3–4 варианта ответов. Клик на карточку копирует текст для отправки.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926080" cy="347472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6366F1"/>
                </a:solidFill>
                <a:latin typeface="Segoe UI"/>
              </a:defRPr>
            </a:pPr>
            <a:r>
              <a:t>05 • КЛЮЧЕВЫЕ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Что умеет ассистент под капотом?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Интеллектуальные инструменты для любого уровня сложности общения: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9966960" cy="1078992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423160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32888"/>
            <a:ext cx="9509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🎭 Детектор скрытого вайба и негласных правил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Вычисляет шкалу накала / агрессии (от 1 до 10 с динамической цветовой индикацией), степень формальности общения и формулирует скрытые правила чата (например: «не душнить», «писать короткими репликами», «применять сарказм»).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703320"/>
            <a:ext cx="9966960" cy="1078992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703320"/>
            <a:ext cx="109728" cy="1078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13048"/>
            <a:ext cx="9509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✍️ Аудит черновика и адаптивные стили ответов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Если вы ввели черновик (например: «го за 500»), ИИ разберет его слабые стороны и перепишет в 3–4 различных стилях: дипломатичном, твердом, дружелюбном или компромиссном — с объяснением психологического эффекта каждой фразы.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983480"/>
            <a:ext cx="9966960" cy="1078992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4983480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5097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Двойная модель с Auto-Fallback (Quota Shield)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В шапке доступен выбор модели: Gemini 2.5 Flash (основная) и 3.5 Flash Lite (резервная). При исчерпании суточной квоты запросов программа сама бесшовно переключает модель, не прерывая рабочий процесс пользователя.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320040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06 • ТЕХНИЧЕСКАЯ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Техническая основа: надежно, быстро и безопасно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Стек современных технологий, гарантирующий плавную работу без фризов: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23160"/>
            <a:ext cx="4846320" cy="18288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87752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🖥️ PyQt6 Frameless UI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Плавающий оверлей с блокировкой скролла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Кастомный компонент FitScrollArea принудительно исключает горизонтальный сдвиг. Поддержка High-DPI экранов (125%, 150%, 200%) и минимизация в трей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423160"/>
            <a:ext cx="4846320" cy="18288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587752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🧠 Gemini Multimodal &amp; Pydantic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Визуальные токены и строгий JSON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Скриншоты диалога отправляются напрямую в мультимодальную модель Google Gemini через Structured Output. Pydantic v2 гарантирует 100% валидный формат ответа.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434840"/>
            <a:ext cx="4846320" cy="18288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99432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🔒 Безопасность и антифрод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Полная конфиденциальность данных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Захват происходит исключительно через системный экранный буфер Windows (QBuffer) без записи файлов на диск. Никаких токенов или юзерботов — 0% риска бана в Telegram.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34840"/>
            <a:ext cx="4846320" cy="182880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599432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📦 Standalone Portable EXE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Запуск из одного клика (70 МБ)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Собран через PyInstaller в единый бинарник со встроенными библиотеками, иконкой и API-ключом («Zero-Config»). Не требует установки Python или сторонних зависимостей.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2743200" cy="347472"/>
          </a:xfrm>
          <a:prstGeom prst="roundRect">
            <a:avLst/>
          </a:prstGeom>
          <a:solidFill>
            <a:srgbClr val="132A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07 • ЗАКЛЮЧЕНИЕ И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VibeSense AI: уверенность в каждом сообщении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Проект превращает невербальный хаос переписок в понятный, предсказуемый и управляемый диалог.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3154680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&lt; 2 сек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Мгновенный анализ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От снимка экрана до готовых вариантов идеального ответа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2377440"/>
            <a:ext cx="3154680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51460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Совместимость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Работает в Telegram, Discord, WhatsApp, браузере и играх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0416" y="2377440"/>
            <a:ext cx="3154680" cy="2011680"/>
          </a:xfrm>
          <a:prstGeom prst="roundRect">
            <a:avLst/>
          </a:prstGeom>
          <a:solidFill>
            <a:srgbClr val="18202F"/>
          </a:solidFill>
          <a:ln w="12700">
            <a:solidFill>
              <a:srgbClr val="2E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3296" y="2514600"/>
            <a:ext cx="2788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Segoe UI"/>
              </a:defRPr>
            </a:pPr>
            <a:r>
              <a:t>0 квот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Отказоустойчивость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Двойная модель: 2.5 Flash + автоматический 3.5 Flash 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09160"/>
            <a:ext cx="996696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🚀 Открытый код и готовый бинарник доступны на GitHub:</a:t>
            </a:r>
          </a:p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• Репозиторий:  https://github.com/EgorDushenkov/ELAY</a:t>
            </a:r>
          </a:p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• Скачать VibeSense.exe:  https://github.com/EgorDushenkov/ELAY/releases/tag/v1.0.0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