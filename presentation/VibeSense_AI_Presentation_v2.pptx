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822960"/>
            <a:ext cx="99669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097280"/>
            <a:ext cx="3108960" cy="347472"/>
          </a:xfrm>
          <a:prstGeom prst="roundRect">
            <a:avLst/>
          </a:prstGeom>
          <a:solidFill>
            <a:srgbClr val="102422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06B6D4"/>
                </a:solidFill>
                <a:latin typeface="Segoe UI"/>
              </a:defRPr>
            </a:pPr>
            <a:r>
              <a:t>ПРОЕКТ НА КОНКУРС • AI ASSISTANT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1143000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23160" y="150876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/>
              </a:defRPr>
            </a:pPr>
            <a:r>
              <a:t>VibeSense AI  (ELAY)</a:t>
            </a:r>
          </a:p>
          <a:p>
            <a:pPr>
              <a:defRPr sz="1700" b="1">
                <a:solidFill>
                  <a:srgbClr val="6366F1"/>
                </a:solidFill>
                <a:latin typeface="Segoe UI"/>
              </a:defRPr>
            </a:pPr>
            <a:r>
              <a:t>Сервис, который «чувствует» эмоциональный окрас и контекст переписки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Segoe UI"/>
              </a:defRPr>
            </a:pPr>
            <a:r>
              <a:t>Умный десктопный ассистент для Windows: анализирует скрытый подтекст диалогов в любых мессенджерах и помогает сформулировать идеальный ответ под конкретную цель.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3154680" cy="160020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57200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🪟 Плавающий оверлей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Вызывается по Alt+S поверх любых чатов и окон без переключения контекста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4434840"/>
            <a:ext cx="3154680" cy="160020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457200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🧠 Нейросетевой анализ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Мультимодальное зрение по API: видит реальный интерфейс переписки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0416" y="4434840"/>
            <a:ext cx="3154680" cy="160020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3296" y="457200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⚡ Готов к работе (.exe)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Автономный запуск в один клик без установки дополнительного софта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2651760" cy="347472"/>
          </a:xfrm>
          <a:prstGeom prst="roundRect">
            <a:avLst/>
          </a:prstGeom>
          <a:solidFill>
            <a:srgbClr val="1024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01 • ОТ ПРОБЛЕМЫ К ИДЕЕ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Почему текст обманчив и как это решает VibeSense?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В цифровом общении теряется невербалика: интонации, паузы и мимика. Человек видит только сухие буквы.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31720"/>
            <a:ext cx="4846320" cy="393192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331720"/>
            <a:ext cx="91440" cy="3931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51460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🛑 Проблема цифрового текста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F59E0B"/>
                </a:solidFill>
              </a:rPr>
              <a:t>• Скрытая агрессия и сарказм: </a:t>
            </a:r>
            <a:r>
              <a:rPr>
                <a:solidFill>
                  <a:srgbClr val="CBD5E1"/>
                </a:solidFill>
              </a:rPr>
              <a:t>пассивный негатив часто прячется за вежливыми фразами — пропустить его легко.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F59E0B"/>
                </a:solidFill>
              </a:rPr>
              <a:t>• Цена ошибки в один ответ: </a:t>
            </a:r>
            <a:r>
              <a:rPr>
                <a:solidFill>
                  <a:srgbClr val="CBD5E1"/>
                </a:solidFill>
              </a:rPr>
              <a:t>сорванная сделка на Авито/FunPay, конфликт с клиентом или ссора в рабочем чате.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F59E0B"/>
                </a:solidFill>
              </a:rPr>
              <a:t>• Ступор формулировок: </a:t>
            </a:r>
            <a:r>
              <a:rPr>
                <a:solidFill>
                  <a:srgbClr val="CBD5E1"/>
                </a:solidFill>
              </a:rPr>
              <a:t>поиск ответа отнимает десятки минут: «как отказать без обид?», «как поторговаться?».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31720"/>
            <a:ext cx="4846320" cy="393192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2331720"/>
            <a:ext cx="91440" cy="3931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✨ Идея решения: VibeSense AI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10B981"/>
                </a:solidFill>
              </a:rPr>
              <a:t>• «Чувствует» живой контекст: </a:t>
            </a:r>
            <a:r>
              <a:rPr>
                <a:solidFill>
                  <a:srgbClr val="CBD5E1"/>
                </a:solidFill>
              </a:rPr>
              <a:t>анализирует скриншот чата (таймстампы, паузы, реакции, эмодзи), а не сухой текст.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10B981"/>
                </a:solidFill>
              </a:rPr>
              <a:t>• Оцифровывает атмосферу: </a:t>
            </a:r>
            <a:r>
              <a:rPr>
                <a:solidFill>
                  <a:srgbClr val="CBD5E1"/>
                </a:solidFill>
              </a:rPr>
              <a:t>шкала накала (1–10), уровень формальности и негласные правила именно этого чата.</a:t>
            </a:r>
          </a:p>
          <a:p>
            <a:pPr>
              <a:defRPr sz="1200">
                <a:latin typeface="Segoe UI"/>
              </a:defRPr>
            </a:pPr>
            <a:r>
              <a:rPr b="1">
                <a:solidFill>
                  <a:srgbClr val="10B981"/>
                </a:solidFill>
              </a:rPr>
              <a:t>• Помогает в любых сферах: </a:t>
            </a:r>
            <a:r>
              <a:rPr>
                <a:solidFill>
                  <a:srgbClr val="CBD5E1"/>
                </a:solidFill>
              </a:rPr>
              <a:t>P2P-торговля (сбить цену), рабочие чаты (снять накал), дейтинг и защита личных границ.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3108960" cy="347472"/>
          </a:xfrm>
          <a:prstGeom prst="roundRect">
            <a:avLst/>
          </a:prstGeom>
          <a:solidFill>
            <a:srgbClr val="102422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02 • СЦЕНАРИЙ И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Как работает сервис: от скриншота к готовому ответу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Быстрый цикл работы прямо во время переписки (занимает менее 2 секунд):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31720"/>
            <a:ext cx="2331720" cy="173736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01 • Alt + S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Открытие плавающего окна поверх любого мессенджера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9312" y="2331720"/>
            <a:ext cx="2331720" cy="173736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22192" y="24688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02 • Снимок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Выделение области чата (до 10 скриншотов подряд)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331720"/>
            <a:ext cx="2331720" cy="173736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24688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03 • Цель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Выбор пресета (Торг, Накал, Влиться) или свой текст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23376" y="2331720"/>
            <a:ext cx="2331720" cy="173736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6256" y="24688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04 • 1 клик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Готовый ответ копируется в буфер обмена для вставки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343400"/>
            <a:ext cx="4846320" cy="1874519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480560"/>
            <a:ext cx="448056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🎭 Анализ атмосферы и негласных правил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Модель оценивает накал (1–10 с цветовой индикацией), дистанцию и скрытые законы чата (например: «не душнить», «писать коротко», «сарказм уместен»).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343400"/>
            <a:ext cx="4846320" cy="1874519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480560"/>
            <a:ext cx="448056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✍️ Аудит черновика и адаптивные ответы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Если вписан черновик ответа, ИИ укажет на его риски. На выбор дается 3–4 готовых стиля (твердый, дипломатичный, дружелюбный) с обоснованием эффекта каждой фразы.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2743200" cy="347472"/>
          </a:xfrm>
          <a:prstGeom prst="roundRect">
            <a:avLst/>
          </a:prstGeom>
          <a:solidFill>
            <a:srgbClr val="1A1C32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366F1"/>
                </a:solidFill>
                <a:latin typeface="Segoe UI"/>
              </a:defRPr>
            </a:pPr>
            <a:r>
              <a:t>03 • ТЕХНИЧЕСКАЯ ЧАСТЬ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Архитектура решения: простота, скорость и безопасность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Разработано как независимый инструмент без необходимости сложной настройки: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31720"/>
            <a:ext cx="3154680" cy="393192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560320"/>
            <a:ext cx="36576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788920"/>
            <a:ext cx="2697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🖥️ Графический интерфейс (PyQt6)</a:t>
            </a:r>
          </a:p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Легковесный десктопный оверлей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Плавающее фреймлесс-окно всегда под рукой поверх любых приложений. Глобальный перехват Alt+S и интеграция в трей Windows позволяют работать без отвлечения от диалога.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8848" y="2331720"/>
            <a:ext cx="3154680" cy="393192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73168" y="2560320"/>
            <a:ext cx="36576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788920"/>
            <a:ext cx="2697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🧠 Нейросетевой анализ по API</a:t>
            </a:r>
          </a:p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Мультимодальная обработка кадров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Скриншоты диалога напрямую передаются в мультимодальную языковую модель по API (Gemini Vision) со строгой JSON-валидацией (Pydantic). Реализовано резервное переключение при лимитах.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416" y="2331720"/>
            <a:ext cx="3154680" cy="393192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2560320"/>
            <a:ext cx="36576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9016" y="2788920"/>
            <a:ext cx="2697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🔒 Безопасность и автономность</a:t>
            </a:r>
          </a:p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Без риска бана аккаунтов</a:t>
            </a:r>
          </a:p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Захват идет через системный буфер памяти без записи на диск. Приложение не внедряется в мессенджеры (Telegram, WhatsApp) и скомпилировано в единый EXE-файл без установки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2560320" cy="347472"/>
          </a:xfrm>
          <a:prstGeom prst="roundRect">
            <a:avLst/>
          </a:prstGeom>
          <a:solidFill>
            <a:srgbClr val="10242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04 • ИТОГИ И ЦЕННОСТЬ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VibeSense AI: уверенность в каждом сообщении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Сервис превращает невербальный хаос переписок в понятный и управляемый диалог.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3154680" cy="201168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2788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Segoe UI"/>
              </a:defRPr>
            </a:pPr>
            <a:r>
              <a:t>&lt; 2 сек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Скорость анализа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От снимка экрана до готовых вариантов ответа под выбранную цель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2377440"/>
            <a:ext cx="3154680" cy="201168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2514600"/>
            <a:ext cx="2788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Совместимость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Работает в Telegram, Discord, WhatsApp, браузере и любых окнах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0416" y="2377440"/>
            <a:ext cx="3154680" cy="2011680"/>
          </a:xfrm>
          <a:prstGeom prst="roundRect">
            <a:avLst/>
          </a:prstGeom>
          <a:solidFill>
            <a:srgbClr val="161E2C"/>
          </a:solidFill>
          <a:ln w="12700">
            <a:solidFill>
              <a:srgbClr val="2E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3296" y="2514600"/>
            <a:ext cx="2788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Segoe UI"/>
              </a:defRPr>
            </a:pPr>
            <a:r>
              <a:t>1 клик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Автономность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Собран единый VibeSense.exe — запускается сразу без настроек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09160"/>
            <a:ext cx="9966960" cy="1463040"/>
          </a:xfrm>
          <a:prstGeom prst="roundRect">
            <a:avLst/>
          </a:prstGeom>
          <a:solidFill>
            <a:srgbClr val="1C2638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Исходный код и готовый бинарник опубликованы в открытом доступе:</a:t>
            </a:r>
          </a:p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• Репозиторий проекта:  https://github.com/EgorDushenkov/ELAY</a:t>
            </a:r>
          </a:p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• Скачать релиз VibeSense.exe:  https://github.com/EgorDushenkov/ELAY/releases/tag/v1.0.0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